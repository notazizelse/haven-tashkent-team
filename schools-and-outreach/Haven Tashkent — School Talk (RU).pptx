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Представьтесь одной фразой и сразу переходите к игре.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Откройте игру на проекторе ДО этого слайда. Пусть один ученик поиграет 60 секунд. Не говорите поверх.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Ответьте на три страха до того, как их зададут.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Стойте и ждите, пока все отсканируют. Не переключайте слайд. Не говорите «потом».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Запишите имена тех, кто хочет стать амбассадором.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7a6088-2c0c-5283-8323-d26cad8f9287/scratchpad/img/haven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377440" cy="1508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96596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Создайте свою видеоигру. За два дня.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3474720"/>
            <a:ext cx="6309360" cy="548640"/>
          </a:xfrm>
          <a:prstGeom prst="roundRect">
            <a:avLst>
              <a:gd name="adj" fmla="val 50000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34747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Hack Club Haven Ташкент  |  14–15 ноября  |  Бесплатно  |  13–18 лет</a:t>
            </a:r>
            <a:endParaRPr lang="en-US" sz="1300" dirty="0"/>
          </a:p>
        </p:txBody>
      </p:sp>
      <p:pic>
        <p:nvPicPr>
          <p:cNvPr id="6" name="Image 1" descr="/tmp/claude-0/-home-claude/0f7a6088-2c0c-5283-8323-d26cad8f9287/scratchpad/img/sketchy-dav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86000"/>
            <a:ext cx="1828800" cy="2002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783D2B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Привет! Мы такие же школьники, как вы.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4630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Не учителя и не компания. Команда подростков из Ташкента, которая проводит геймджем в нашем городе.</a:t>
            </a:r>
            <a:endParaRPr lang="en-US" sz="2000" dirty="0"/>
          </a:p>
        </p:txBody>
      </p:sp>
      <p:pic>
        <p:nvPicPr>
          <p:cNvPr id="6" name="Image 1" descr="/tmp/claude-0/-home-claude/0f7a6088-2c0c-5283-8323-d26cad8f9287/scratchpad/img/sketchy-dav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325880"/>
            <a:ext cx="2651760" cy="2898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6949440" cy="3108960"/>
          </a:xfrm>
          <a:prstGeom prst="roundRect">
            <a:avLst>
              <a:gd name="adj" fmla="val 8824"/>
            </a:avLst>
          </a:prstGeom>
          <a:solidFill>
            <a:srgbClr val="FFF6E3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097280" y="123444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E87136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Сыграйте в это.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2286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Эту игру сделал подросток из Ташкента — будучи новичком.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3200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E8713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Кто хочет попробовать?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Что такое Hack Club?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37160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Некоммерческая организация из США. Помогает подросткам создавать настоящие проекты с помощью кода. Подростки — для подростков.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983480" y="1325880"/>
            <a:ext cx="35204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166360" y="14173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87136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100 000+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14173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подростков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983480" y="2350008"/>
            <a:ext cx="3520440" cy="841248"/>
          </a:xfrm>
          <a:prstGeom prst="roundRect">
            <a:avLst>
              <a:gd name="adj" fmla="val 15217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166360" y="24414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87136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1 500+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244144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школьных клубов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983480" y="3374136"/>
            <a:ext cx="3520440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166360" y="346557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87136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Бесплатно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949440" y="346557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всегда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FA06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hackclub.com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Что такое Haven?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280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87136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200+ городов. Одни выходные.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8288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Подростки по всему миру делают видеоигры в одни и те же выходные. Ташкент — один из этих городов, впервые.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3291840"/>
            <a:ext cx="1417320" cy="868680"/>
          </a:xfrm>
          <a:prstGeom prst="roundRect">
            <a:avLst>
              <a:gd name="adj" fmla="val 18947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32918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14–15 ноября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21992" y="3291840"/>
            <a:ext cx="1417320" cy="868680"/>
          </a:xfrm>
          <a:prstGeom prst="roundRect">
            <a:avLst>
              <a:gd name="adj" fmla="val 18947"/>
            </a:avLst>
          </a:prstGeom>
          <a:solidFill>
            <a:srgbClr val="B8C11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267712" y="32918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13–18 лет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58184" y="3291840"/>
            <a:ext cx="1417320" cy="868680"/>
          </a:xfrm>
          <a:prstGeom prst="roundRect">
            <a:avLst>
              <a:gd name="adj" fmla="val 18947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803904" y="329184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Опыт не нужен</a:t>
            </a:r>
            <a:endParaRPr lang="en-US" sz="1400" dirty="0"/>
          </a:p>
        </p:txBody>
      </p:sp>
      <p:pic>
        <p:nvPicPr>
          <p:cNvPr id="13" name="Image 1" descr="/tmp/claude-0/-home-claude/0f7a6088-2c0c-5283-8323-d26cad8f9287/scratchpad/img/p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25880"/>
            <a:ext cx="3108960" cy="16550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394960" y="1325880"/>
            <a:ext cx="3108960" cy="1655064"/>
          </a:xfrm>
          <a:prstGeom prst="rect">
            <a:avLst/>
          </a:prstGeom>
          <a:ln w="19050">
            <a:solidFill>
              <a:srgbClr val="3B1E14"/>
            </a:solidFill>
            <a:prstDash val="solid"/>
          </a:ln>
        </p:spPr>
      </p:sp>
      <p:pic>
        <p:nvPicPr>
          <p:cNvPr id="15" name="Image 2" descr="/tmp/claude-0/-home-claude/0f7a6088-2c0c-5283-8323-d26cad8f9287/scratchpad/img/p4c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108960"/>
            <a:ext cx="2560320" cy="136245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394960" y="3108960"/>
            <a:ext cx="2560320" cy="1362456"/>
          </a:xfrm>
          <a:prstGeom prst="rect">
            <a:avLst/>
          </a:prstGeom>
          <a:ln w="19050">
            <a:solidFill>
              <a:srgbClr val="3B1E1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Как проходят выходные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85800" y="1417320"/>
            <a:ext cx="1874520" cy="274320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581912"/>
            <a:ext cx="502920" cy="502920"/>
          </a:xfrm>
          <a:prstGeom prst="ellipse">
            <a:avLst/>
          </a:prstGeom>
          <a:solidFill>
            <a:srgbClr val="B8C11F"/>
          </a:solidFill>
          <a:ln w="12700">
            <a:solidFill>
              <a:srgbClr val="3B1E1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E87136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Суббота, утро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Вместе, шаг за шагом, делаем первую игру.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670048" y="1417320"/>
            <a:ext cx="1874520" cy="2743200"/>
          </a:xfrm>
          <a:prstGeom prst="roundRect">
            <a:avLst>
              <a:gd name="adj" fmla="val 6829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807208" y="1581912"/>
            <a:ext cx="502920" cy="502920"/>
          </a:xfrm>
          <a:prstGeom prst="ellipse">
            <a:avLst/>
          </a:prstGeom>
          <a:solidFill>
            <a:srgbClr val="E87136"/>
          </a:solidFill>
          <a:ln w="12700">
            <a:solidFill>
              <a:srgbClr val="3B1E1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807208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807208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E87136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До обеда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807208" y="28803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Каждый публикует свою игру в интернете.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654296" y="1417320"/>
            <a:ext cx="1874520" cy="274320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91456" y="1581912"/>
            <a:ext cx="502920" cy="502920"/>
          </a:xfrm>
          <a:prstGeom prst="ellipse">
            <a:avLst/>
          </a:prstGeom>
          <a:solidFill>
            <a:srgbClr val="B8C11F"/>
          </a:solidFill>
          <a:ln w="12700">
            <a:solidFill>
              <a:srgbClr val="3B1E1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91456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791456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E87136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Потом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791456" y="28803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Делаете свою игру — одни или с друзьями.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638544" y="1417320"/>
            <a:ext cx="1874520" cy="274320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775704" y="1581912"/>
            <a:ext cx="502920" cy="502920"/>
          </a:xfrm>
          <a:prstGeom prst="ellipse">
            <a:avLst/>
          </a:prstGeom>
          <a:solidFill>
            <a:srgbClr val="B8C11F"/>
          </a:solidFill>
          <a:ln w="12700">
            <a:solidFill>
              <a:srgbClr val="3B1E1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75704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775704" y="2240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E87136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Воскресенье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775704" y="28803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Играем в игры друг друга. Сертификаты.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С чем вы уйдёте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85800" y="128016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95528" y="135331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98448" y="128016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Своя игра в интернете, со ссылкой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5800" y="192024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5528" y="199339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98448" y="192024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Международный сертификат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256032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95528" y="263347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98448" y="256032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Мерч Hack Club для всех, кто закончил игру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5800" y="320040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95528" y="327355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98448" y="320040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Бесплатная еда оба дня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3840480"/>
            <a:ext cx="512064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95528" y="3913632"/>
            <a:ext cx="365760" cy="365760"/>
          </a:xfrm>
          <a:prstGeom prst="star12">
            <a:avLst/>
          </a:prstGeom>
          <a:solidFill>
            <a:srgbClr val="FC8616"/>
          </a:solidFill>
          <a:ln w="9525">
            <a:solidFill>
              <a:srgbClr val="3B1E1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98448" y="3840480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Новые друзья с теми же интересами</a:t>
            </a:r>
            <a:endParaRPr lang="en-US" sz="1500" dirty="0"/>
          </a:p>
        </p:txBody>
      </p:sp>
      <p:pic>
        <p:nvPicPr>
          <p:cNvPr id="20" name="Image 1" descr="/tmp/claude-0/-home-claude/0f7a6088-2c0c-5283-8323-d26cad8f9287/scratchpad/img/daven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011680"/>
            <a:ext cx="228600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dirty="0">
                <a:solidFill>
                  <a:srgbClr val="783D2B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«Но...»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1325880"/>
            <a:ext cx="3200400" cy="868680"/>
          </a:xfrm>
          <a:prstGeom prst="roundRect">
            <a:avLst>
              <a:gd name="adj" fmla="val 16842"/>
            </a:avLst>
          </a:prstGeom>
          <a:solidFill>
            <a:srgbClr val="783D2B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3258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«Я не умею программировать».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114800" y="1325880"/>
            <a:ext cx="4389120" cy="868680"/>
          </a:xfrm>
          <a:prstGeom prst="roundRect">
            <a:avLst>
              <a:gd name="adj" fmla="val 16842"/>
            </a:avLst>
          </a:prstGeom>
          <a:solidFill>
            <a:srgbClr val="F9DD60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279392" y="1325880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Отлично. В первый час учимся вместе.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404872"/>
            <a:ext cx="3200400" cy="868680"/>
          </a:xfrm>
          <a:prstGeom prst="roundRect">
            <a:avLst>
              <a:gd name="adj" fmla="val 16842"/>
            </a:avLst>
          </a:prstGeom>
          <a:solidFill>
            <a:srgbClr val="783D2B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22960" y="240487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«Я никого не знаю».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14800" y="2404872"/>
            <a:ext cx="438912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279392" y="2404872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Приходите с друзьями — будете в одной команде.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3483864"/>
            <a:ext cx="3200400" cy="868680"/>
          </a:xfrm>
          <a:prstGeom prst="roundRect">
            <a:avLst>
              <a:gd name="adj" fmla="val 16842"/>
            </a:avLst>
          </a:prstGeom>
          <a:solidFill>
            <a:srgbClr val="783D2B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" y="348386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«Это для меня?»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114800" y="3483864"/>
            <a:ext cx="438912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79392" y="348386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Если вы играете, рисуете, пишете музыку или просто интересуетесь — да.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8595360" cy="4636008"/>
          </a:xfrm>
          <a:prstGeom prst="roundRect">
            <a:avLst>
              <a:gd name="adj" fmla="val 5523"/>
            </a:avLst>
          </a:prstGeom>
          <a:solidFill>
            <a:srgbClr val="FFF6E3"/>
          </a:solidFill>
          <a:ln w="19050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3" name="Image 0" descr="/tmp/claude-0/-home-claude/0f7a6088-2c0c-5283-8323-d26cad8f9287/scratchpad/img/haven-logo-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384048"/>
            <a:ext cx="1051560" cy="6675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" y="45720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83D2B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Для ваших родителей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85800" y="1371600"/>
            <a:ext cx="3703320" cy="1188720"/>
          </a:xfrm>
          <a:prstGeom prst="roundRect">
            <a:avLst>
              <a:gd name="adj" fmla="val 10769"/>
            </a:avLst>
          </a:prstGeom>
          <a:solidFill>
            <a:srgbClr val="B8C11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86968" y="13716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Взрослые присматривают все выходные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17720" y="1371600"/>
            <a:ext cx="37033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18888" y="13716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Без ночёвки: каждый вечер домой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2788920"/>
            <a:ext cx="37033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86968" y="2788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Родители подписывают письменное согласие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17720" y="2788920"/>
            <a:ext cx="37033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18888" y="27889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783D2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У Hack Club есть официальная политика безопасности: hackclub.com/safeguarding-policy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Зарегистрируйтесь сейчас.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9DD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Это займёт минуту. Не потом — сейчас.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971800"/>
            <a:ext cx="4572000" cy="685800"/>
          </a:xfrm>
          <a:prstGeom prst="roundRect">
            <a:avLst>
              <a:gd name="adj" fmla="val 40000"/>
            </a:avLst>
          </a:prstGeom>
          <a:solidFill>
            <a:srgbClr val="FFF6E3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971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87136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haven.hackclub.com/tashkent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532120" y="68580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3B1E14"/>
            </a:solidFill>
            <a:prstDash val="solid"/>
          </a:ln>
          <a:effectLst>
            <a:outerShdw sx="100000" sy="100000" kx="0" ky="0" algn="bl" rotWithShape="0" blurRad="101600" dist="38100" dir="5400000">
              <a:srgbClr val="3B1E14">
                <a:alpha val="100000"/>
              </a:srgbClr>
            </a:outerShdw>
          </a:effectLst>
        </p:spPr>
      </p:sp>
      <p:pic>
        <p:nvPicPr>
          <p:cNvPr id="7" name="Image 0" descr="/tmp/claude-0/-home-claude/0f7a6088-2c0c-5283-8323-d26cad8f9287/scratchpad/img/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822960"/>
            <a:ext cx="2834640" cy="2834640"/>
          </a:xfrm>
          <a:prstGeom prst="rect">
            <a:avLst/>
          </a:prstGeom>
        </p:spPr>
      </p:pic>
      <p:pic>
        <p:nvPicPr>
          <p:cNvPr id="8" name="Image 1" descr="/tmp/claude-0/-home-claude/0f7a6088-2c0c-5283-8323-d26cad8f9287/scratchpad/img/daven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931920"/>
            <a:ext cx="146304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0f7a6088-2c0c-5283-8323-d26cad8f9287/scratchpad/img/haven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20040"/>
            <a:ext cx="2377440" cy="1508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874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Вопросы?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9DD6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tashkent@haven.hackclub.com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1089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Хотите стать амбассадором Haven в своей школе? Подойдите к нам после урока.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9DD60"/>
                </a:solidFill>
                <a:latin typeface="Nunito Black" pitchFamily="34" charset="0"/>
                <a:ea typeface="Nunito Black" pitchFamily="34" charset="-122"/>
                <a:cs typeface="Nunito Black" pitchFamily="34" charset="-120"/>
              </a:rPr>
              <a:t>Два дня. Одна игра. До встречи!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 Club Haven Tashkent</dc:title>
  <dc:subject>PptxGenJS Presentation</dc:subject>
  <dc:creator>PptxGenJS</dc:creator>
  <cp:lastModifiedBy>PptxGenJS</cp:lastModifiedBy>
  <cp:revision>1</cp:revision>
  <dcterms:created xsi:type="dcterms:W3CDTF">2026-09-28T05:35:36Z</dcterms:created>
  <dcterms:modified xsi:type="dcterms:W3CDTF">2026-09-28T05:35:36Z</dcterms:modified>
</cp:coreProperties>
</file>