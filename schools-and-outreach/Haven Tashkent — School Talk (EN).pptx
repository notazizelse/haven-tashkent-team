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who you are in one line. Then go straight to the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game on the projector BEFORE this slide. Let one student play for 60 seconds. Do not talk over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the three fears before anyone asks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 and wait while they scan. Do not move on. Never say "later".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names of anyone who wants to be an ambassador.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0f7a6088-2c0c-5283-8323-d26cad8f9287/scratchpad/img/haven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2377440" cy="1508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96596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Make your own video game. In two days.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3474720"/>
            <a:ext cx="6309360" cy="548640"/>
          </a:xfrm>
          <a:prstGeom prst="roundRect">
            <a:avLst>
              <a:gd name="adj" fmla="val 50000"/>
            </a:avLst>
          </a:prstGeom>
          <a:solidFill>
            <a:srgbClr val="F9DD60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48640" y="347472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Hack Club Haven Tashkent  |  14-15 November  |  Free  |  Ages 13-18</a:t>
            </a:r>
            <a:endParaRPr lang="en-US" sz="1500" dirty="0"/>
          </a:p>
        </p:txBody>
      </p:sp>
      <p:pic>
        <p:nvPicPr>
          <p:cNvPr id="6" name="Image 1" descr="/tmp/claude-0/-home-claude/0f7a6088-2c0c-5283-8323-d26cad8f9287/scratchpad/img/sketchy-dav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286000"/>
            <a:ext cx="1828800" cy="20025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8595360" cy="4636008"/>
          </a:xfrm>
          <a:prstGeom prst="roundRect">
            <a:avLst>
              <a:gd name="adj" fmla="val 5523"/>
            </a:avLst>
          </a:prstGeom>
          <a:solidFill>
            <a:srgbClr val="FFF6E3"/>
          </a:solidFill>
          <a:ln w="19050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pic>
        <p:nvPicPr>
          <p:cNvPr id="3" name="Image 0" descr="/tmp/claude-0/-home-claude/0f7a6088-2c0c-5283-8323-d26cad8f9287/scratchpad/img/haven-logo-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84048"/>
            <a:ext cx="1051560" cy="6675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58368" y="4572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783D2B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Hi! We are students, just like you.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4630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Not teachers. Not a company. A team of Tashkent teenagers running a game jam in our city.</a:t>
            </a:r>
            <a:endParaRPr lang="en-US" sz="2000" dirty="0"/>
          </a:p>
        </p:txBody>
      </p:sp>
      <p:pic>
        <p:nvPicPr>
          <p:cNvPr id="6" name="Image 1" descr="/tmp/claude-0/-home-claude/0f7a6088-2c0c-5283-8323-d26cad8f9287/scratchpad/img/sketchy-dav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325880"/>
            <a:ext cx="2651760" cy="28986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005840"/>
            <a:ext cx="6949440" cy="3108960"/>
          </a:xfrm>
          <a:prstGeom prst="roundRect">
            <a:avLst>
              <a:gd name="adj" fmla="val 8824"/>
            </a:avLst>
          </a:prstGeom>
          <a:solidFill>
            <a:srgbClr val="FFF6E3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1097280" y="12344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E87136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Play this.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22860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This game was made by a teenager from Tashkent - as a beginner.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32004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87136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Want a turn?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8595360" cy="4636008"/>
          </a:xfrm>
          <a:prstGeom prst="roundRect">
            <a:avLst>
              <a:gd name="adj" fmla="val 5523"/>
            </a:avLst>
          </a:prstGeom>
          <a:solidFill>
            <a:srgbClr val="FFF6E3"/>
          </a:solidFill>
          <a:ln w="19050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pic>
        <p:nvPicPr>
          <p:cNvPr id="3" name="Image 0" descr="/tmp/claude-0/-home-claude/0f7a6088-2c0c-5283-8323-d26cad8f9287/scratchpad/img/haven-logo-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84048"/>
            <a:ext cx="1051560" cy="6675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58368" y="4572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783D2B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What is Hack Club?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37160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A nonprofit from the USA that helps teenagers build real things with code. Run by teens, for teens.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983480" y="1325880"/>
            <a:ext cx="3520440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166360" y="141732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87136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100,000+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141732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teenagers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983480" y="2350008"/>
            <a:ext cx="3520440" cy="841248"/>
          </a:xfrm>
          <a:prstGeom prst="roundRect">
            <a:avLst>
              <a:gd name="adj" fmla="val 15217"/>
            </a:avLst>
          </a:prstGeom>
          <a:solidFill>
            <a:srgbClr val="F9DD60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166360" y="244144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87136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1,500+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6949440" y="244144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school clubs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983480" y="3374136"/>
            <a:ext cx="3520440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166360" y="346557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87136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Free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6949440" y="346557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always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FA063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hackclub.com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8595360" cy="4636008"/>
          </a:xfrm>
          <a:prstGeom prst="roundRect">
            <a:avLst>
              <a:gd name="adj" fmla="val 5523"/>
            </a:avLst>
          </a:prstGeom>
          <a:solidFill>
            <a:srgbClr val="FFF6E3"/>
          </a:solidFill>
          <a:ln w="19050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pic>
        <p:nvPicPr>
          <p:cNvPr id="3" name="Image 0" descr="/tmp/claude-0/-home-claude/0f7a6088-2c0c-5283-8323-d26cad8f9287/scratchpad/img/haven-logo-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84048"/>
            <a:ext cx="1051560" cy="6675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58368" y="4572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783D2B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What is Haven?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280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E87136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200+ cities. One weekend.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2880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Teenagers around the world make video games on the same weekend. Tashkent is one of those cities - for the first time.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" y="3291840"/>
            <a:ext cx="1417320" cy="868680"/>
          </a:xfrm>
          <a:prstGeom prst="roundRect">
            <a:avLst>
              <a:gd name="adj" fmla="val 18947"/>
            </a:avLst>
          </a:prstGeom>
          <a:solidFill>
            <a:srgbClr val="F9DD60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31520" y="329184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14-15 November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221992" y="3291840"/>
            <a:ext cx="1417320" cy="868680"/>
          </a:xfrm>
          <a:prstGeom prst="roundRect">
            <a:avLst>
              <a:gd name="adj" fmla="val 18947"/>
            </a:avLst>
          </a:prstGeom>
          <a:solidFill>
            <a:srgbClr val="B8C11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2267712" y="329184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Ages 13-18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758184" y="3291840"/>
            <a:ext cx="1417320" cy="868680"/>
          </a:xfrm>
          <a:prstGeom prst="roundRect">
            <a:avLst>
              <a:gd name="adj" fmla="val 18947"/>
            </a:avLst>
          </a:prstGeom>
          <a:solidFill>
            <a:srgbClr val="F9DD60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803904" y="329184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No experience needed</a:t>
            </a:r>
            <a:endParaRPr lang="en-US" sz="1400" dirty="0"/>
          </a:p>
        </p:txBody>
      </p:sp>
      <p:pic>
        <p:nvPicPr>
          <p:cNvPr id="13" name="Image 1" descr="/tmp/claude-0/-home-claude/0f7a6088-2c0c-5283-8323-d26cad8f9287/scratchpad/img/p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325880"/>
            <a:ext cx="3108960" cy="16550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394960" y="1325880"/>
            <a:ext cx="3108960" cy="1655064"/>
          </a:xfrm>
          <a:prstGeom prst="rect">
            <a:avLst/>
          </a:prstGeom>
          <a:ln w="19050">
            <a:solidFill>
              <a:srgbClr val="3B1E14"/>
            </a:solidFill>
            <a:prstDash val="solid"/>
          </a:ln>
        </p:spPr>
      </p:sp>
      <p:pic>
        <p:nvPicPr>
          <p:cNvPr id="15" name="Image 2" descr="/tmp/claude-0/-home-claude/0f7a6088-2c0c-5283-8323-d26cad8f9287/scratchpad/img/p4c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3108960"/>
            <a:ext cx="2560320" cy="136245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394960" y="3108960"/>
            <a:ext cx="2560320" cy="1362456"/>
          </a:xfrm>
          <a:prstGeom prst="rect">
            <a:avLst/>
          </a:prstGeom>
          <a:ln w="19050">
            <a:solidFill>
              <a:srgbClr val="3B1E14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8595360" cy="4636008"/>
          </a:xfrm>
          <a:prstGeom prst="roundRect">
            <a:avLst>
              <a:gd name="adj" fmla="val 5523"/>
            </a:avLst>
          </a:prstGeom>
          <a:solidFill>
            <a:srgbClr val="FFF6E3"/>
          </a:solidFill>
          <a:ln w="19050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pic>
        <p:nvPicPr>
          <p:cNvPr id="3" name="Image 0" descr="/tmp/claude-0/-home-claude/0f7a6088-2c0c-5283-8323-d26cad8f9287/scratchpad/img/haven-logo-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84048"/>
            <a:ext cx="1051560" cy="6675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58368" y="4572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783D2B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How the weekend works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85800" y="1417320"/>
            <a:ext cx="1874520" cy="274320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1581912"/>
            <a:ext cx="502920" cy="502920"/>
          </a:xfrm>
          <a:prstGeom prst="ellipse">
            <a:avLst/>
          </a:prstGeom>
          <a:solidFill>
            <a:srgbClr val="B8C11F"/>
          </a:solidFill>
          <a:ln w="12700">
            <a:solidFill>
              <a:srgbClr val="3B1E1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2402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rgbClr val="E87136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Saturday morning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88036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We all build a first game together, step by step.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670048" y="1417320"/>
            <a:ext cx="1874520" cy="2743200"/>
          </a:xfrm>
          <a:prstGeom prst="roundRect">
            <a:avLst>
              <a:gd name="adj" fmla="val 6829"/>
            </a:avLst>
          </a:prstGeom>
          <a:solidFill>
            <a:srgbClr val="F9DD60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807208" y="1581912"/>
            <a:ext cx="502920" cy="502920"/>
          </a:xfrm>
          <a:prstGeom prst="ellipse">
            <a:avLst/>
          </a:prstGeom>
          <a:solidFill>
            <a:srgbClr val="E87136"/>
          </a:solidFill>
          <a:ln w="12700">
            <a:solidFill>
              <a:srgbClr val="3B1E1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807208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2807208" y="22402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rgbClr val="E87136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Before lunch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807208" y="288036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Everyone publishes their game online.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54296" y="1417320"/>
            <a:ext cx="1874520" cy="274320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91456" y="1581912"/>
            <a:ext cx="502920" cy="502920"/>
          </a:xfrm>
          <a:prstGeom prst="ellipse">
            <a:avLst/>
          </a:prstGeom>
          <a:solidFill>
            <a:srgbClr val="B8C11F"/>
          </a:solidFill>
          <a:ln w="12700">
            <a:solidFill>
              <a:srgbClr val="3B1E1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91456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4791456" y="22402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rgbClr val="E87136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Then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791456" y="288036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Make your own game - alone or with friends.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638544" y="1417320"/>
            <a:ext cx="1874520" cy="274320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775704" y="1581912"/>
            <a:ext cx="502920" cy="502920"/>
          </a:xfrm>
          <a:prstGeom prst="ellipse">
            <a:avLst/>
          </a:prstGeom>
          <a:solidFill>
            <a:srgbClr val="B8C11F"/>
          </a:solidFill>
          <a:ln w="12700">
            <a:solidFill>
              <a:srgbClr val="3B1E1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775704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6775704" y="22402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rgbClr val="E87136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Sunday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775704" y="288036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Play everyone's games. Certificates.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8595360" cy="4636008"/>
          </a:xfrm>
          <a:prstGeom prst="roundRect">
            <a:avLst>
              <a:gd name="adj" fmla="val 5523"/>
            </a:avLst>
          </a:prstGeom>
          <a:solidFill>
            <a:srgbClr val="FFF6E3"/>
          </a:solidFill>
          <a:ln w="19050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pic>
        <p:nvPicPr>
          <p:cNvPr id="3" name="Image 0" descr="/tmp/claude-0/-home-claude/0f7a6088-2c0c-5283-8323-d26cad8f9287/scratchpad/img/haven-logo-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84048"/>
            <a:ext cx="1051560" cy="6675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58368" y="4572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783D2B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What you take home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85800" y="1280160"/>
            <a:ext cx="512064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95528" y="1353312"/>
            <a:ext cx="365760" cy="365760"/>
          </a:xfrm>
          <a:prstGeom prst="star12">
            <a:avLst/>
          </a:prstGeom>
          <a:solidFill>
            <a:srgbClr val="FC8616"/>
          </a:solidFill>
          <a:ln w="9525">
            <a:solidFill>
              <a:srgbClr val="3B1E1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298448" y="1280160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Your own game online, with a link to share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85800" y="1920240"/>
            <a:ext cx="5120640" cy="512064"/>
          </a:xfrm>
          <a:prstGeom prst="roundRect">
            <a:avLst>
              <a:gd name="adj" fmla="val 21429"/>
            </a:avLst>
          </a:prstGeom>
          <a:solidFill>
            <a:srgbClr val="F9DD60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95528" y="1993392"/>
            <a:ext cx="365760" cy="365760"/>
          </a:xfrm>
          <a:prstGeom prst="star12">
            <a:avLst/>
          </a:prstGeom>
          <a:solidFill>
            <a:srgbClr val="FC8616"/>
          </a:solidFill>
          <a:ln w="9525">
            <a:solidFill>
              <a:srgbClr val="3B1E1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298448" y="1920240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An international certificate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85800" y="2560320"/>
            <a:ext cx="512064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95528" y="2633472"/>
            <a:ext cx="365760" cy="365760"/>
          </a:xfrm>
          <a:prstGeom prst="star12">
            <a:avLst/>
          </a:prstGeom>
          <a:solidFill>
            <a:srgbClr val="FC8616"/>
          </a:solidFill>
          <a:ln w="9525">
            <a:solidFill>
              <a:srgbClr val="3B1E1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298448" y="2560320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Hack Club merch for everyone who finishes a game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85800" y="3200400"/>
            <a:ext cx="512064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95528" y="3273552"/>
            <a:ext cx="365760" cy="365760"/>
          </a:xfrm>
          <a:prstGeom prst="star12">
            <a:avLst/>
          </a:prstGeom>
          <a:solidFill>
            <a:srgbClr val="FC8616"/>
          </a:solidFill>
          <a:ln w="9525">
            <a:solidFill>
              <a:srgbClr val="3B1E1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298448" y="3200400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Free food both days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85800" y="3840480"/>
            <a:ext cx="512064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95528" y="3913632"/>
            <a:ext cx="365760" cy="365760"/>
          </a:xfrm>
          <a:prstGeom prst="star12">
            <a:avLst/>
          </a:prstGeom>
          <a:solidFill>
            <a:srgbClr val="FC8616"/>
          </a:solidFill>
          <a:ln w="9525">
            <a:solidFill>
              <a:srgbClr val="3B1E1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298448" y="3840480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New friends who like the same things</a:t>
            </a:r>
            <a:endParaRPr lang="en-US" sz="1500" dirty="0"/>
          </a:p>
        </p:txBody>
      </p:sp>
      <p:pic>
        <p:nvPicPr>
          <p:cNvPr id="20" name="Image 1" descr="/tmp/claude-0/-home-claude/0f7a6088-2c0c-5283-8323-d26cad8f9287/scratchpad/img/daven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011680"/>
            <a:ext cx="228600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8595360" cy="4636008"/>
          </a:xfrm>
          <a:prstGeom prst="roundRect">
            <a:avLst>
              <a:gd name="adj" fmla="val 5523"/>
            </a:avLst>
          </a:prstGeom>
          <a:solidFill>
            <a:srgbClr val="FFF6E3"/>
          </a:solidFill>
          <a:ln w="19050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pic>
        <p:nvPicPr>
          <p:cNvPr id="3" name="Image 0" descr="/tmp/claude-0/-home-claude/0f7a6088-2c0c-5283-8323-d26cad8f9287/scratchpad/img/haven-logo-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84048"/>
            <a:ext cx="1051560" cy="6675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58368" y="4572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783D2B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"But..."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85800" y="1325880"/>
            <a:ext cx="3200400" cy="868680"/>
          </a:xfrm>
          <a:prstGeom prst="roundRect">
            <a:avLst>
              <a:gd name="adj" fmla="val 16842"/>
            </a:avLst>
          </a:prstGeom>
          <a:solidFill>
            <a:srgbClr val="783D2B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3258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"I can't code."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114800" y="1325880"/>
            <a:ext cx="4389120" cy="868680"/>
          </a:xfrm>
          <a:prstGeom prst="roundRect">
            <a:avLst>
              <a:gd name="adj" fmla="val 16842"/>
            </a:avLst>
          </a:prstGeom>
          <a:solidFill>
            <a:srgbClr val="F9DD60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279392" y="132588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Perfect. We learn together in the first hour.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5800" y="2404872"/>
            <a:ext cx="3200400" cy="868680"/>
          </a:xfrm>
          <a:prstGeom prst="roundRect">
            <a:avLst>
              <a:gd name="adj" fmla="val 16842"/>
            </a:avLst>
          </a:prstGeom>
          <a:solidFill>
            <a:srgbClr val="783D2B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22960" y="240487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"I don't know anyone."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114800" y="2404872"/>
            <a:ext cx="4389120" cy="868680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279392" y="2404872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Bring your friends. You'll be on one team.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85800" y="3483864"/>
            <a:ext cx="3200400" cy="868680"/>
          </a:xfrm>
          <a:prstGeom prst="roundRect">
            <a:avLst>
              <a:gd name="adj" fmla="val 16842"/>
            </a:avLst>
          </a:prstGeom>
          <a:solidFill>
            <a:srgbClr val="783D2B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22960" y="3483864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"Is this for me?"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114800" y="3483864"/>
            <a:ext cx="4389120" cy="868680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279392" y="3483864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If you play games, draw, make music or are just curious: yes.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8595360" cy="4636008"/>
          </a:xfrm>
          <a:prstGeom prst="roundRect">
            <a:avLst>
              <a:gd name="adj" fmla="val 5523"/>
            </a:avLst>
          </a:prstGeom>
          <a:solidFill>
            <a:srgbClr val="FFF6E3"/>
          </a:solidFill>
          <a:ln w="19050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pic>
        <p:nvPicPr>
          <p:cNvPr id="3" name="Image 0" descr="/tmp/claude-0/-home-claude/0f7a6088-2c0c-5283-8323-d26cad8f9287/scratchpad/img/haven-logo-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84048"/>
            <a:ext cx="1051560" cy="6675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58368" y="4572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783D2B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For your parents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85800" y="1371600"/>
            <a:ext cx="3703320" cy="1188720"/>
          </a:xfrm>
          <a:prstGeom prst="roundRect">
            <a:avLst>
              <a:gd name="adj" fmla="val 10769"/>
            </a:avLst>
          </a:prstGeom>
          <a:solidFill>
            <a:srgbClr val="B8C11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86968" y="13716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Adults supervise the whole weekend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617720" y="1371600"/>
            <a:ext cx="37033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818888" y="13716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No overnight: everyone goes home each evening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5800" y="2788920"/>
            <a:ext cx="37033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86968" y="27889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Parents sign a consent form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617720" y="2788920"/>
            <a:ext cx="37033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818888" y="27889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Hack Club has a written safety policy: hackclub.com/safeguarding-policy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Sign up now.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574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9DD60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It takes one minute. Do it now, not later.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971800"/>
            <a:ext cx="4572000" cy="685800"/>
          </a:xfrm>
          <a:prstGeom prst="roundRect">
            <a:avLst>
              <a:gd name="adj" fmla="val 40000"/>
            </a:avLst>
          </a:prstGeom>
          <a:solidFill>
            <a:srgbClr val="FFF6E3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9718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E87136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haven.hackclub.com/tashkent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532120" y="685800"/>
            <a:ext cx="3108960" cy="310896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pic>
        <p:nvPicPr>
          <p:cNvPr id="7" name="Image 0" descr="/tmp/claude-0/-home-claude/0f7a6088-2c0c-5283-8323-d26cad8f9287/scratchpad/img/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822960"/>
            <a:ext cx="2834640" cy="2834640"/>
          </a:xfrm>
          <a:prstGeom prst="rect">
            <a:avLst/>
          </a:prstGeom>
        </p:spPr>
      </p:pic>
      <p:pic>
        <p:nvPicPr>
          <p:cNvPr id="8" name="Image 1" descr="/tmp/claude-0/-home-claude/0f7a6088-2c0c-5283-8323-d26cad8f9287/scratchpad/img/daven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931920"/>
            <a:ext cx="146304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0f7a6088-2c0c-5283-8323-d26cad8f9287/scratchpad/img/haven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320040"/>
            <a:ext cx="2377440" cy="1508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874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9DD60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tashkent@haven.hackclub.com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31089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Want to be the Haven ambassador at your school? Talk to us after class.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9DD60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Two days. One game. See you there.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 Club Haven Tashkent</dc:title>
  <dc:subject>PptxGenJS Presentation</dc:subject>
  <dc:creator>PptxGenJS</dc:creator>
  <cp:lastModifiedBy>PptxGenJS</cp:lastModifiedBy>
  <cp:revision>1</cp:revision>
  <dcterms:created xsi:type="dcterms:W3CDTF">2026-09-28T05:35:28Z</dcterms:created>
  <dcterms:modified xsi:type="dcterms:W3CDTF">2026-09-28T05:35:28Z</dcterms:modified>
</cp:coreProperties>
</file>