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O'zingizni bir jumlada tanishtiring va darhol o'yinga o'ting.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slayddan OLDIN o'yinni proyektorda oching. Bitta o'quvchi 60 soniya o'ynasin. Ustidan gapirmang.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Uchta qo'rquvga ular so'rashidan oldin javob bering.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Ular skanerlaguncha turib kuting. Keyingi slaydga o'tmang. "Keyinroq" demang.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Ambassador bo'lishni xohlaganlarning ismini yozib 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7a6088-2c0c-5283-8323-d26cad8f9287/scratchpad/img/haven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2377440" cy="1508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96596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O'z video o'yiningizni yarating. Ikki kunda.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3474720"/>
            <a:ext cx="6309360" cy="548640"/>
          </a:xfrm>
          <a:prstGeom prst="roundRect">
            <a:avLst>
              <a:gd name="adj" fmla="val 50000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8640" y="34747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Hack Club Haven Toshkent  |  14-15-noyabr  |  Bepul  |  13-18 yosh</a:t>
            </a:r>
            <a:endParaRPr lang="en-US" sz="1500" dirty="0"/>
          </a:p>
        </p:txBody>
      </p:sp>
      <p:pic>
        <p:nvPicPr>
          <p:cNvPr id="6" name="Image 1" descr="/tmp/claude-0/-home-claude/0f7a6088-2c0c-5283-8323-d26cad8f9287/scratchpad/img/sketchy-dav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286000"/>
            <a:ext cx="1828800" cy="20025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783D2B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Salom! Biz ham siz kabi o'quvchimiz.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630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O'qituvchi ham, kompaniya ham emasmiz. Shahrimizda geym-jam o'tkazayotgan toshkentlik o'smirlar jamoasimiz.</a:t>
            </a:r>
            <a:endParaRPr lang="en-US" sz="2000" dirty="0"/>
          </a:p>
        </p:txBody>
      </p:sp>
      <p:pic>
        <p:nvPicPr>
          <p:cNvPr id="6" name="Image 1" descr="/tmp/claude-0/-home-claude/0f7a6088-2c0c-5283-8323-d26cad8f9287/scratchpad/img/sketchy-dav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325880"/>
            <a:ext cx="2651760" cy="2898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05840"/>
            <a:ext cx="6949440" cy="3108960"/>
          </a:xfrm>
          <a:prstGeom prst="roundRect">
            <a:avLst>
              <a:gd name="adj" fmla="val 8824"/>
            </a:avLst>
          </a:prstGeom>
          <a:solidFill>
            <a:srgbClr val="FFF6E3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097280" y="12344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Mana buni o'ynab ko'ring.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2286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Bu o'yinni toshkentlik bir o'smir yasagan - yangi boshlovchi sifatida.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3200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87136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Kim o'ynab ko'radi?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83D2B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Hack Club nima?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37160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AQShdagi notijorat tashkilot. O'smirlarga kod yordamida haqiqiy loyihalar yaratishga yordam beradi. O'smirlar tomonidan, o'smirlar uchun.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983480" y="1325880"/>
            <a:ext cx="352044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166360" y="14173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100 000+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4173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o'smir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983480" y="2350008"/>
            <a:ext cx="3520440" cy="841248"/>
          </a:xfrm>
          <a:prstGeom prst="roundRect">
            <a:avLst>
              <a:gd name="adj" fmla="val 15217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166360" y="244144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1 500+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244144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maktab klubi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983480" y="3374136"/>
            <a:ext cx="352044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166360" y="34655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Bepul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346557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doim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FA063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hackclub.com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83D2B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Haven nima?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280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200+ shahar. Bitta dam olish kuni.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Dunyo bo'ylab o'smirlar bir xil dam olish kunida video o'yin yaratadi. Toshkent ham shu shaharlardan biri - birinchi marta.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3291840"/>
            <a:ext cx="1417320" cy="868680"/>
          </a:xfrm>
          <a:prstGeom prst="roundRect">
            <a:avLst>
              <a:gd name="adj" fmla="val 18947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32918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14-15-noyabr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21992" y="3291840"/>
            <a:ext cx="1417320" cy="868680"/>
          </a:xfrm>
          <a:prstGeom prst="roundRect">
            <a:avLst>
              <a:gd name="adj" fmla="val 18947"/>
            </a:avLst>
          </a:prstGeom>
          <a:solidFill>
            <a:srgbClr val="B8C11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267712" y="32918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13-18 yosh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58184" y="3291840"/>
            <a:ext cx="1417320" cy="868680"/>
          </a:xfrm>
          <a:prstGeom prst="roundRect">
            <a:avLst>
              <a:gd name="adj" fmla="val 18947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803904" y="32918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Tajriba shart emas</a:t>
            </a:r>
            <a:endParaRPr lang="en-US" sz="1400" dirty="0"/>
          </a:p>
        </p:txBody>
      </p:sp>
      <p:pic>
        <p:nvPicPr>
          <p:cNvPr id="13" name="Image 1" descr="/tmp/claude-0/-home-claude/0f7a6088-2c0c-5283-8323-d26cad8f9287/scratchpad/img/p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25880"/>
            <a:ext cx="3108960" cy="16550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394960" y="1325880"/>
            <a:ext cx="3108960" cy="1655064"/>
          </a:xfrm>
          <a:prstGeom prst="rect">
            <a:avLst/>
          </a:prstGeom>
          <a:ln w="19050">
            <a:solidFill>
              <a:srgbClr val="3B1E14"/>
            </a:solidFill>
            <a:prstDash val="solid"/>
          </a:ln>
        </p:spPr>
      </p:sp>
      <p:pic>
        <p:nvPicPr>
          <p:cNvPr id="15" name="Image 2" descr="/tmp/claude-0/-home-claude/0f7a6088-2c0c-5283-8323-d26cad8f9287/scratchpad/img/p4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108960"/>
            <a:ext cx="2560320" cy="136245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394960" y="3108960"/>
            <a:ext cx="2560320" cy="1362456"/>
          </a:xfrm>
          <a:prstGeom prst="rect">
            <a:avLst/>
          </a:prstGeom>
          <a:ln w="19050">
            <a:solidFill>
              <a:srgbClr val="3B1E1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83D2B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Ikki kun qanday o'tadi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85800" y="1417320"/>
            <a:ext cx="1874520" cy="274320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581912"/>
            <a:ext cx="502920" cy="502920"/>
          </a:xfrm>
          <a:prstGeom prst="ellipse">
            <a:avLst/>
          </a:prstGeom>
          <a:solidFill>
            <a:srgbClr val="B8C11F"/>
          </a:solidFill>
          <a:ln w="12700">
            <a:solidFill>
              <a:srgbClr val="3B1E1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Shanba ertalab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Birinchi o'yinni hammamiz birga, qadamma-qadam yasaymiz.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670048" y="1417320"/>
            <a:ext cx="1874520" cy="2743200"/>
          </a:xfrm>
          <a:prstGeom prst="roundRect">
            <a:avLst>
              <a:gd name="adj" fmla="val 6829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807208" y="1581912"/>
            <a:ext cx="502920" cy="502920"/>
          </a:xfrm>
          <a:prstGeom prst="ellipse">
            <a:avLst/>
          </a:prstGeom>
          <a:solidFill>
            <a:srgbClr val="E87136"/>
          </a:solidFill>
          <a:ln w="12700">
            <a:solidFill>
              <a:srgbClr val="3B1E1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07208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807208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Tushlikkacha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807208" y="28803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Har kim o'z o'yinini internetga joylaydi.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54296" y="1417320"/>
            <a:ext cx="1874520" cy="274320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91456" y="1581912"/>
            <a:ext cx="502920" cy="502920"/>
          </a:xfrm>
          <a:prstGeom prst="ellipse">
            <a:avLst/>
          </a:prstGeom>
          <a:solidFill>
            <a:srgbClr val="B8C11F"/>
          </a:solidFill>
          <a:ln w="12700">
            <a:solidFill>
              <a:srgbClr val="3B1E1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91456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791456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Keyin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791456" y="28803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O'z o'yiningizni yasaysiz - yolg'iz yoki do'stlar bilan.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638544" y="1417320"/>
            <a:ext cx="1874520" cy="274320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775704" y="1581912"/>
            <a:ext cx="502920" cy="502920"/>
          </a:xfrm>
          <a:prstGeom prst="ellipse">
            <a:avLst/>
          </a:prstGeom>
          <a:solidFill>
            <a:srgbClr val="B8C11F"/>
          </a:solidFill>
          <a:ln w="12700">
            <a:solidFill>
              <a:srgbClr val="3B1E1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75704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775704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Yakshanba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775704" y="28803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Hamma o'yinlarni o'ynaymiz. Sertifikatlar.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83D2B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Nimalarga ega bo'lasiz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85800" y="128016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95528" y="1353312"/>
            <a:ext cx="365760" cy="365760"/>
          </a:xfrm>
          <a:prstGeom prst="star12">
            <a:avLst/>
          </a:prstGeom>
          <a:solidFill>
            <a:srgbClr val="FC8616"/>
          </a:solidFill>
          <a:ln w="9525">
            <a:solidFill>
              <a:srgbClr val="3B1E1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98448" y="128016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O'z o'yiningiz - internetda, havolasi bilan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192024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5528" y="1993392"/>
            <a:ext cx="365760" cy="365760"/>
          </a:xfrm>
          <a:prstGeom prst="star12">
            <a:avLst/>
          </a:prstGeom>
          <a:solidFill>
            <a:srgbClr val="FC8616"/>
          </a:solidFill>
          <a:ln w="9525">
            <a:solidFill>
              <a:srgbClr val="3B1E1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98448" y="192024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Xalqaro sertifikat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256032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95528" y="2633472"/>
            <a:ext cx="365760" cy="365760"/>
          </a:xfrm>
          <a:prstGeom prst="star12">
            <a:avLst/>
          </a:prstGeom>
          <a:solidFill>
            <a:srgbClr val="FC8616"/>
          </a:solidFill>
          <a:ln w="9525">
            <a:solidFill>
              <a:srgbClr val="3B1E1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98448" y="256032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O'yinini yakunlagan har kimga Hack Club merchi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5800" y="320040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95528" y="3273552"/>
            <a:ext cx="365760" cy="365760"/>
          </a:xfrm>
          <a:prstGeom prst="star12">
            <a:avLst/>
          </a:prstGeom>
          <a:solidFill>
            <a:srgbClr val="FC8616"/>
          </a:solidFill>
          <a:ln w="9525">
            <a:solidFill>
              <a:srgbClr val="3B1E1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98448" y="320040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Ikki kun bepul ovqat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" y="384048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95528" y="3913632"/>
            <a:ext cx="365760" cy="365760"/>
          </a:xfrm>
          <a:prstGeom prst="star12">
            <a:avLst/>
          </a:prstGeom>
          <a:solidFill>
            <a:srgbClr val="FC8616"/>
          </a:solidFill>
          <a:ln w="9525">
            <a:solidFill>
              <a:srgbClr val="3B1E1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98448" y="384048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Qiziqishlari bir xil yangi do'stlar</a:t>
            </a:r>
            <a:endParaRPr lang="en-US" sz="1500" dirty="0"/>
          </a:p>
        </p:txBody>
      </p:sp>
      <p:pic>
        <p:nvPicPr>
          <p:cNvPr id="20" name="Image 1" descr="/tmp/claude-0/-home-claude/0f7a6088-2c0c-5283-8323-d26cad8f9287/scratchpad/img/daven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11680"/>
            <a:ext cx="22860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783D2B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"Lekin..."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85800" y="1325880"/>
            <a:ext cx="3200400" cy="868680"/>
          </a:xfrm>
          <a:prstGeom prst="roundRect">
            <a:avLst>
              <a:gd name="adj" fmla="val 16842"/>
            </a:avLst>
          </a:prstGeom>
          <a:solidFill>
            <a:srgbClr val="783D2B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325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"Men kod yozishni bilmayman."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114800" y="1325880"/>
            <a:ext cx="4389120" cy="868680"/>
          </a:xfrm>
          <a:prstGeom prst="roundRect">
            <a:avLst>
              <a:gd name="adj" fmla="val 16842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279392" y="1325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Ajoyib. Birinchi soatda birga o'rganamiz.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404872"/>
            <a:ext cx="3200400" cy="868680"/>
          </a:xfrm>
          <a:prstGeom prst="roundRect">
            <a:avLst>
              <a:gd name="adj" fmla="val 16842"/>
            </a:avLst>
          </a:prstGeom>
          <a:solidFill>
            <a:srgbClr val="783D2B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240487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"Hech kimni tanimayman."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114800" y="2404872"/>
            <a:ext cx="438912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279392" y="240487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Do'stlaringiz bilan keling - bitta jamoada bo'lasiz.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5800" y="3483864"/>
            <a:ext cx="3200400" cy="868680"/>
          </a:xfrm>
          <a:prstGeom prst="roundRect">
            <a:avLst>
              <a:gd name="adj" fmla="val 16842"/>
            </a:avLst>
          </a:prstGeom>
          <a:solidFill>
            <a:srgbClr val="783D2B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2960" y="348386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"Bu men uchunmi?"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114800" y="3483864"/>
            <a:ext cx="438912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279392" y="348386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O'yin o'ynasangiz, rasm chizsangiz, musiqa yozsangiz yoki shunchaki qiziqsangiz - ha.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83D2B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Ota-onalaringiz uchun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3703320" cy="1188720"/>
          </a:xfrm>
          <a:prstGeom prst="roundRect">
            <a:avLst>
              <a:gd name="adj" fmla="val 10769"/>
            </a:avLst>
          </a:prstGeom>
          <a:solidFill>
            <a:srgbClr val="B8C11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86968" y="13716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Butun tadbir davomida kattalar nazorati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17720" y="1371600"/>
            <a:ext cx="37033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18888" y="13716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Tunab qolish yo'q: har kuni kechqurun uyga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788920"/>
            <a:ext cx="37033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86968" y="27889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Ota-onaning yozma roziligi olinadi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17720" y="2788920"/>
            <a:ext cx="37033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818888" y="27889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783D2B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Hack Club'ning yozma xavfsizlik siyosati bor: hackclub.com/safeguarding-policy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Hoziroq ro'yxatdan o'ting.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9DD60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Bir daqiqa vaqt oladi. Keyin emas - hozir.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971800"/>
            <a:ext cx="4572000" cy="685800"/>
          </a:xfrm>
          <a:prstGeom prst="roundRect">
            <a:avLst>
              <a:gd name="adj" fmla="val 40000"/>
            </a:avLst>
          </a:prstGeom>
          <a:solidFill>
            <a:srgbClr val="FFF6E3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9718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87136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haven.hackclub.com/tashkent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532120" y="68580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7" name="Image 0" descr="/tmp/claude-0/-home-claude/0f7a6088-2c0c-5283-8323-d26cad8f9287/scratchpad/img/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822960"/>
            <a:ext cx="2834640" cy="2834640"/>
          </a:xfrm>
          <a:prstGeom prst="rect">
            <a:avLst/>
          </a:prstGeom>
        </p:spPr>
      </p:pic>
      <p:pic>
        <p:nvPicPr>
          <p:cNvPr id="8" name="Image 1" descr="/tmp/claude-0/-home-claude/0f7a6088-2c0c-5283-8323-d26cad8f9287/scratchpad/img/daven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931920"/>
            <a:ext cx="146304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7a6088-2c0c-5283-8323-d26cad8f9287/scratchpad/img/haven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20040"/>
            <a:ext cx="2377440" cy="1508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874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Savollar bormi?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9DD60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tashkent@haven.hackclub.com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31089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ua" pitchFamily="34" charset="0"/>
                <a:ea typeface="Jua" pitchFamily="34" charset="-122"/>
                <a:cs typeface="Jua" pitchFamily="34" charset="-120"/>
              </a:rPr>
              <a:t>Maktabingizda Haven ambassadori bo'lishni xohlaysizmi? Darsdan keyin biz bilan gaplashing.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9DD60"/>
                </a:solidFill>
                <a:latin typeface="Darumadrop One" pitchFamily="34" charset="0"/>
                <a:ea typeface="Darumadrop One" pitchFamily="34" charset="-122"/>
                <a:cs typeface="Darumadrop One" pitchFamily="34" charset="-120"/>
              </a:rPr>
              <a:t>Ikki kun. Bitta o'yin. Ko'rishguncha!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Club Haven Tashkent</dc:title>
  <dc:subject>PptxGenJS Presentation</dc:subject>
  <dc:creator>PptxGenJS</dc:creator>
  <cp:lastModifiedBy>PptxGenJS</cp:lastModifiedBy>
  <cp:revision>1</cp:revision>
  <dcterms:created xsi:type="dcterms:W3CDTF">2026-09-28T05:35:32Z</dcterms:created>
  <dcterms:modified xsi:type="dcterms:W3CDTF">2026-09-28T05:35:32Z</dcterms:modified>
</cp:coreProperties>
</file>